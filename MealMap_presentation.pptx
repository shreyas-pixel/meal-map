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want to walk you through Meal Map -- an AI-powered meal planning tool we built for busy urban professionals and parents who want to eat well but consistently struggle to make it happen.</a:t>
            </a:r>
          </a:p>
          <a:p>
            <a:r>
              <a:rPr lang="en-US" dirty="0"/>
              <a:t>The core insight behind Meal Map is simple: most people don't eat badly because they don't care -- they eat badly because planning feels like a second job. Our goal was to eliminate that friction entirely.</a:t>
            </a:r>
          </a:p>
          <a:p>
            <a:r>
              <a:rPr lang="en-US" dirty="0"/>
              <a:t>This deck will cover who the product is for, a walkthrough of the prototype, what we learned from user testing, and the key changes we made in the refined version.</a:t>
            </a:r>
          </a:p>
          <a:p>
            <a:r>
              <a:rPr lang="en-US" dirty="0"/>
              <a:t>Quick note: the prototype is live and fully functional -- I'll share the link on slide 3 if you want to explore it yourself after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identified four distinct user personas through our research, all sitting in the 21-45 age bracket.</a:t>
            </a:r>
          </a:p>
          <a:p>
            <a:r>
              <a:rPr lang="en-US" dirty="0"/>
              <a:t>The Busy Professional -- typically 25 to 29, working long hours in tech or finance. After a full day, the last thing they want to do is figure out dinner. They default to Zomato not because they prefer it, but because it requires zero decisions.</a:t>
            </a:r>
          </a:p>
          <a:p>
            <a:r>
              <a:rPr lang="en-US" dirty="0"/>
              <a:t>The Parent Duo -- around 35 and 33, juggling two kids and two careers. Their challenge isn't just time -- it's coordinating different preferences across a household while avoiding the 7pm panic of 'what's for dinner tonight?'</a:t>
            </a:r>
          </a:p>
          <a:p>
            <a:r>
              <a:rPr lang="en-US" dirty="0"/>
              <a:t>The Budget Student -- 21 to 23, limited income and limited cooking skills. They tend to overbuy at the grocery store, under-use what they have, and end up wasting a significant portion of their budget.</a:t>
            </a:r>
          </a:p>
          <a:p>
            <a:r>
              <a:rPr lang="en-US" dirty="0"/>
              <a:t>Finally, the User with Dietary Restrictions -- typically gluten-free or managing a condition like PCOS or diabetes. Finding recipes that are both suitable and interesting takes real effort, and they need a tool that handles that filtering automatically.</a:t>
            </a:r>
          </a:p>
          <a:p>
            <a:r>
              <a:rPr lang="en-US" dirty="0"/>
              <a:t>What these four personas share is the same root problem: planning feels overwhelming and disconnected from their actual grocery and cooking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Meal Map is structured as a full end-to-end flow with five key stages.</a:t>
            </a:r>
          </a:p>
          <a:p>
            <a:r>
              <a:rPr lang="en-US" dirty="0"/>
              <a:t>Onboarding takes about two minutes. We ask for your name, city, language, dietary preferences -- vegetarian, vegan, Jain, and so on -- your typical cooking schedule, and which regional cuisines you prefer. This data powers everything downstream.</a:t>
            </a:r>
          </a:p>
          <a:p>
            <a:r>
              <a:rPr lang="en-US" dirty="0"/>
              <a:t>The Weekly Planner is a 7-day grid with Breakfast, Lunch, Snack, and Dinner slots. You can click any empty slot to assign a meal from suggestions, click a filled slot to view the recipe, or remove meals with the X button. Drag-and-drop also works for quick rearranging.</a:t>
            </a:r>
          </a:p>
          <a:p>
            <a:r>
              <a:rPr lang="en-US" dirty="0"/>
              <a:t>Meal Suggestions surfaces 12 regional Indian dishes prioritized by pantry match percentage -- so you're always seeing what you can actually cook today, not just what looks good. You can filter by cuisine, meal type, or prep time.</a:t>
            </a:r>
          </a:p>
          <a:p>
            <a:r>
              <a:rPr lang="en-US" dirty="0"/>
              <a:t>Pantry and List management lets you track items across four categories -- Veg, Staples, Spices, Dairy -- with expiry dates. The shopping list auto-generates from your weekly plan and removes anything you already have at home.</a:t>
            </a:r>
          </a:p>
          <a:p>
            <a:r>
              <a:rPr lang="en-US" dirty="0"/>
              <a:t>Finally, Smart Cart is the standout feature we added in v2. It performs a real-time Gap Analysis -- scanning what's missing from your pantry, then comparing prices across Zepto, Blinkit, and BigBasket so you can check out in two taps without ever leaving the app.</a:t>
            </a:r>
          </a:p>
          <a:p>
            <a:r>
              <a:rPr lang="en-US" dirty="0"/>
              <a:t>You can try the prototype at the link shown at the bottom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building the initial prototype, we ran it through 2-3 real users and gathered qualitative feedback. Here's what we found.</a:t>
            </a:r>
          </a:p>
          <a:p>
            <a:r>
              <a:rPr lang="en-US" dirty="0"/>
              <a:t>On the wins side: the fridge-to-plate AI feature -- where you photograph your fridge and get recipe suggestions based on what's visible -- genuinely reduced food waste and got very positive reactions. Users felt it was magical.</a:t>
            </a:r>
          </a:p>
          <a:p>
            <a:r>
              <a:rPr lang="en-US" dirty="0"/>
              <a:t>Time-budgeting was also well-received. Surfacing a 15-minute Paratha on a Monday and a 40-minute Biryani on a Sunday matches the reality of how Indians actually live and cook.</a:t>
            </a:r>
          </a:p>
          <a:p>
            <a:r>
              <a:rPr lang="en-US" dirty="0"/>
              <a:t>The dynamic shopping list -- only showing items NOT already in your pantry -- was exactly what users wanted. It reduced grocery bill bloat and saved them from buying duplicates.</a:t>
            </a:r>
          </a:p>
          <a:p>
            <a:r>
              <a:rPr lang="en-US" dirty="0"/>
              <a:t>Goal-driven planning tied to health objectives like weight loss or PCOS management led to significantly higher retention. Users felt the app was working with them, not just for them.</a:t>
            </a:r>
          </a:p>
          <a:p>
            <a:r>
              <a:rPr lang="en-US" dirty="0"/>
              <a:t>WhatsApp export was a surprise hit. People immediately started sharing their weekly menus and grocery lists with family, household cooks, and roommates -- a use case we hadn't fully anticipated.</a:t>
            </a:r>
          </a:p>
          <a:p>
            <a:r>
              <a:rPr lang="en-US" dirty="0"/>
              <a:t>On the friction side: manual pantry logging was the biggest drop-off point. Asking users to log every quantity after every meal felt like homework. Without auto-deduct, the pantry list quickly went stale.</a:t>
            </a:r>
          </a:p>
          <a:p>
            <a:r>
              <a:rPr lang="en-US" dirty="0"/>
              <a:t>The leftover variable was a real gap -- Indian cooking generates leftovers constantly, and the prototype couldn't intelligently suggest using yesterday's Sabzi in today's lunchbox.</a:t>
            </a:r>
          </a:p>
          <a:p>
            <a:r>
              <a:rPr lang="en-US" dirty="0"/>
              <a:t>Recipe overload was a real issue -- presenting too many options created the exact decision fatigue we were trying to solve.</a:t>
            </a:r>
          </a:p>
          <a:p>
            <a:r>
              <a:rPr lang="en-US" dirty="0"/>
              <a:t>And several users said the calorie and nutrient tracking made the app feel like a doctor's dashboard rather than a friendly meal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those insights, we made three significant changes in Meal Map v2.</a:t>
            </a:r>
          </a:p>
          <a:p>
            <a:r>
              <a:rPr lang="en-US" dirty="0"/>
              <a:t>First, we replaced the manual shopping list with a Smart Cart backed by real-time Gap Analysis. The v1 experience required users to toggle between Meal Map and Zepto or Blinkit -- every context switch was a drop-off risk. Now the entire flow from plan to checkout lives inside the app.</a:t>
            </a:r>
          </a:p>
          <a:p>
            <a:r>
              <a:rPr lang="en-US" dirty="0"/>
              <a:t>Second, we eliminated manual pantry quantity updates and replaced them with Auto-Deduct. When you complete a meal, the system automatically adjusts your pantry inventory. No logging, no friction, always accurate.</a:t>
            </a:r>
          </a:p>
          <a:p>
            <a:r>
              <a:rPr lang="en-US" dirty="0"/>
              <a:t>Third, we overhauled the recipe discovery experience. Instead of a library of options, suggestions are now curated and contextual -- ranked by pantry match percentage, filtered by your time budget, and weighted toward your health goals. Fewer choices, better matches.</a:t>
            </a:r>
          </a:p>
          <a:p>
            <a:r>
              <a:rPr lang="en-US" dirty="0"/>
              <a:t>The closing line on this slide captures the v2 promise: Plan to Pantry to Cook to Checkout -- fully connected, in two taps.</a:t>
            </a:r>
          </a:p>
          <a:p>
            <a:r>
              <a:rPr lang="en-US" dirty="0"/>
              <a:t>Happy to take questions on any part of the prototype, the research, or the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2D7A3A">
              <a:alpha val="30000"/>
            </a:srgbClr>
          </a:solidFill>
          <a:ln w="12700">
            <a:solidFill>
              <a:srgbClr val="2D7A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F4A535">
              <a:alpha val="20000"/>
            </a:srgbClr>
          </a:solidFill>
          <a:ln w="12700">
            <a:solidFill>
              <a:srgbClr val="F4A535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 Map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4A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Meal Planning for Busy Lives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00" cy="36576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71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5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prototype solving decision fatigue,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5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disconnects &amp; food waste — end to end.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D7A3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 User Personas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429768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D7A3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Core Journeys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429768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D7A3A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Quick Commerce</a:t>
            </a:r>
            <a:endParaRPr lang="en-US" sz="13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64" y="0"/>
            <a:ext cx="1252236" cy="720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IT FOR?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2D7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Busy urban professionals &amp; parents (25–45) who want to eat well — but struggle with time, planning &amp; grocery coordination.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011680" cy="265176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011680" cy="411480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Busy Professional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355"/>
                </a:solidFill>
              </a:rPr>
              <a:t>Age: 25–29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Long work hours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Defaults to takeout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No time to grocery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2011680"/>
            <a:ext cx="2011680" cy="265176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2011680"/>
            <a:ext cx="2011680" cy="41148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Parent Duo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355"/>
                </a:solidFill>
              </a:rPr>
              <a:t>Age: 35 &amp; 33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2888" y="276148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Balancing 2 kids + work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Different food preferences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Last-minute cooking chaos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2011680" cy="265176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011680"/>
            <a:ext cx="2011680" cy="41148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Budget Student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355"/>
                </a:solidFill>
              </a:rPr>
              <a:t>Age: 21–23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276148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Limited budget &amp; skills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Wastes food constantly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Needs quick recipes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2011680"/>
            <a:ext cx="2011680" cy="265176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2011680"/>
            <a:ext cx="2011680" cy="411480"/>
          </a:xfrm>
          <a:prstGeom prst="rect">
            <a:avLst/>
          </a:prstGeom>
          <a:solidFill>
            <a:srgbClr val="1B8A6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Dietary Restrictions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355"/>
                </a:solidFill>
              </a:rPr>
              <a:t>Age: 32–34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0568" y="276148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Gluten-free lifestyle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Hard to find recipes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A2E1A"/>
                </a:solidFill>
              </a:rPr>
              <a:t>Needs nutrition balance</a:t>
            </a:r>
            <a:endParaRPr lang="en-US" sz="10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64" y="0"/>
            <a:ext cx="1252236" cy="720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200" y="1508760"/>
            <a:ext cx="457200" cy="54864"/>
          </a:xfrm>
          <a:prstGeom prst="rect">
            <a:avLst/>
          </a:prstGeom>
          <a:solidFill>
            <a:srgbClr val="F4A535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1371600" cy="320040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371600" cy="73152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F4A5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783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35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286000"/>
            <a:ext cx="1234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9C5"/>
                </a:solidFill>
              </a:rPr>
              <a:t>Name, city, diet (Veg/Vegan/Jain), regional cuisine, schedule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457200" cy="54864"/>
          </a:xfrm>
          <a:prstGeom prst="rect">
            <a:avLst/>
          </a:prstGeom>
          <a:solidFill>
            <a:srgbClr val="F4A535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1097280"/>
            <a:ext cx="1371600" cy="320040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97280"/>
            <a:ext cx="1371600" cy="73152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1188720"/>
            <a:ext cx="457200" cy="457200"/>
          </a:xfrm>
          <a:prstGeom prst="ellipse">
            <a:avLst/>
          </a:prstGeom>
          <a:solidFill>
            <a:srgbClr val="F4A535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84832" y="1783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35"/>
                </a:solidFill>
              </a:rPr>
              <a:t>Weekly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286000"/>
            <a:ext cx="1234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9C5"/>
                </a:solidFill>
              </a:rPr>
              <a:t>7-day grid with B/L/S/D slots. Drag, swap, assign meals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1508760"/>
            <a:ext cx="457200" cy="54864"/>
          </a:xfrm>
          <a:prstGeom prst="rect">
            <a:avLst/>
          </a:prstGeom>
          <a:solidFill>
            <a:srgbClr val="F4A53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49040" y="1097280"/>
            <a:ext cx="1371600" cy="320040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097280"/>
            <a:ext cx="1371600" cy="73152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1188720"/>
            <a:ext cx="457200" cy="457200"/>
          </a:xfrm>
          <a:prstGeom prst="ellipse">
            <a:avLst/>
          </a:prstGeom>
          <a:solidFill>
            <a:srgbClr val="F4A535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22192" y="1783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35"/>
                </a:solidFill>
              </a:rPr>
              <a:t>AI Suggestions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2192" y="2286000"/>
            <a:ext cx="1234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9C5"/>
                </a:solidFill>
              </a:rPr>
              <a:t>12 regional dishes with pantry match % &amp; cuisine filters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508760"/>
            <a:ext cx="457200" cy="54864"/>
          </a:xfrm>
          <a:prstGeom prst="rect">
            <a:avLst/>
          </a:prstGeom>
          <a:solidFill>
            <a:srgbClr val="F4A535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0" y="1097280"/>
            <a:ext cx="1371600" cy="320040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097280"/>
            <a:ext cx="1371600" cy="73152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1188720"/>
            <a:ext cx="457200" cy="457200"/>
          </a:xfrm>
          <a:prstGeom prst="ellipse">
            <a:avLst/>
          </a:prstGeom>
          <a:solidFill>
            <a:srgbClr val="F4A535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1783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35"/>
                </a:solidFill>
              </a:rPr>
              <a:t>Pantry &amp; List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9552" y="2286000"/>
            <a:ext cx="1234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9C5"/>
                </a:solidFill>
              </a:rPr>
              <a:t>Track expiry, auto-deduct used items, generate grocery list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1097280"/>
            <a:ext cx="1371600" cy="320040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097280"/>
            <a:ext cx="1371600" cy="73152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1188720"/>
            <a:ext cx="457200" cy="457200"/>
          </a:xfrm>
          <a:prstGeom prst="ellipse">
            <a:avLst/>
          </a:prstGeom>
          <a:solidFill>
            <a:srgbClr val="F4A535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1783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35"/>
                </a:solidFill>
              </a:rPr>
              <a:t>Smart Cart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96912" y="2286000"/>
            <a:ext cx="1234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9C5"/>
                </a:solidFill>
              </a:rPr>
              <a:t>Gap analysis: compare Zepto/Blinkit/BigBasket prices &amp; checkout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535"/>
                </a:solidFill>
              </a:rPr>
              <a:t>🔗 prototype: claude.ai/public/artifacts/2ec6fb51...</a:t>
            </a:r>
            <a:endParaRPr lang="en-US" sz="100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64" y="0"/>
            <a:ext cx="1252236" cy="720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INSIGHTS CAME FROM TESTING?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What Worked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023360" cy="329184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Fridge-to-plate AI (photo your fridge → get recipes)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Time-budgeting (15-min Monday vs 40-min Sunday cook)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Dynamic grocery list (only missing pantry items)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Goal-driven plans (weight loss, PCOS) = higher retention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WhatsApp export — shared to family, cooks &amp; roommates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41148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What Didn't 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4023360" cy="3291840"/>
          </a:xfrm>
          <a:prstGeom prst="rect">
            <a:avLst/>
          </a:prstGeom>
          <a:solidFill>
            <a:srgbClr val="FDFA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Manual logging fatigue — typing every katori caused churn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Leftover variable — couldn't auto-suggest day-old Sabzi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Recipe overload — too many choices → decision fatigue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Over-medicalized feel — dashboard, not meal planner</a:t>
            </a:r>
            <a:endParaRPr lang="en-US" sz="11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No pantry auto-deduct — list became stale fast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36576" cy="3749040"/>
          </a:xfrm>
          <a:prstGeom prst="rect">
            <a:avLst/>
          </a:prstGeom>
          <a:solidFill>
            <a:srgbClr val="8B7355">
              <a:alpha val="50000"/>
            </a:srgbClr>
          </a:solidFill>
          <a:ln/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64" y="0"/>
            <a:ext cx="1252236" cy="720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&amp; WHY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47472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2D7A3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7043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2D7A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FRICTION FIX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4A535"/>
                </a:solidFill>
              </a:rPr>
              <a:t>Manual Shopping → Smart Cart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233172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5D9C5"/>
                </a:solidFill>
              </a:rPr>
              <a:t>Users toggling between apps caused drop-off. Real-time Gap Analysis auto-builds carts across Zepto, Blinkit &amp; BigBasket.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347472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17043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70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FRICTION 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554480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4A535"/>
                </a:solidFill>
              </a:rPr>
              <a:t>Ingredient Qty input → Auto-Deduct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10128" y="233172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5D9C5"/>
                </a:solidFill>
              </a:rPr>
              <a:t>Updating pantry after every meal was tedious. Auto-deduct keeps inventory current without manual effort.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2A3D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2743200" cy="54864"/>
          </a:xfrm>
          <a:prstGeom prst="rect">
            <a:avLst/>
          </a:prstGeom>
          <a:solidFill>
            <a:srgbClr val="1B8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17043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B8A6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170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UX INSIGHT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1554480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4A535"/>
                </a:solidFill>
              </a:rPr>
              <a:t>Recipe library → Curated + Contextual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36208" y="2331720"/>
            <a:ext cx="2523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5D9C5"/>
                </a:solidFill>
              </a:rPr>
              <a:t>Too many choices caused fatigue. Limited to top picks + surfaced by pantry match %, time budget &amp; goal.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29184"/>
          </a:xfrm>
          <a:prstGeom prst="rect">
            <a:avLst/>
          </a:prstGeom>
          <a:solidFill>
            <a:srgbClr val="F4A53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</a:rPr>
              <a:t>Meal Map v2: Full lifecycle — Plan → Pantry → Cook → Checkout in 2 taps</a:t>
            </a:r>
            <a:endParaRPr lang="en-US" sz="12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64" y="0"/>
            <a:ext cx="1252236" cy="720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1529</Words>
  <Application>Microsoft Office PowerPoint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 Map – Meal Planning Tool</dc:title>
  <dc:subject>PptxGenJS Presentation</dc:subject>
  <dc:creator>PptxGenJS</dc:creator>
  <cp:lastModifiedBy>Mr Shreyas</cp:lastModifiedBy>
  <cp:revision>3</cp:revision>
  <dcterms:created xsi:type="dcterms:W3CDTF">2026-03-13T09:23:40Z</dcterms:created>
  <dcterms:modified xsi:type="dcterms:W3CDTF">2026-03-13T09:57:05Z</dcterms:modified>
</cp:coreProperties>
</file>